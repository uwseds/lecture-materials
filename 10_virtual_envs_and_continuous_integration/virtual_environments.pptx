
<file path=[Content_Types].xml><?xml version="1.0" encoding="utf-8"?>
<Types xmlns="http://schemas.openxmlformats.org/package/2006/content-types">
  <Default Extension="bin" ContentType="audio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344" r:id="rId2"/>
    <p:sldId id="345" r:id="rId3"/>
    <p:sldId id="362" r:id="rId4"/>
    <p:sldId id="364" r:id="rId5"/>
    <p:sldId id="363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A. Beck" initials="DAB" lastIdx="1" clrIdx="0"/>
  <p:cmAuthor id="2" name="David A. Beck" initials="DAB [2]" lastIdx="1" clrIdx="1"/>
  <p:cmAuthor id="3" name="David A. Beck" initials="DAB [2] [2]" lastIdx="1" clrIdx="2"/>
  <p:cmAuthor id="4" name="David A. Beck" initials="DAB [3]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3"/>
    <p:restoredTop sz="84382"/>
  </p:normalViewPr>
  <p:slideViewPr>
    <p:cSldViewPr snapToGrid="0" snapToObjects="1">
      <p:cViewPr varScale="1">
        <p:scale>
          <a:sx n="127" d="100"/>
          <a:sy n="127" d="100"/>
        </p:scale>
        <p:origin x="300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62E20-B1AA-3442-B8F1-F4A56998389D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4E4C1-AC8F-D74E-8D15-CAC414F5A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42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C4E4C1-AC8F-D74E-8D15-CAC414F5A9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77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A2C3D-748A-21B8-FBD2-7E58A2D3D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479B58-262A-5083-5859-E0AA80130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2ECB6-6472-6748-D61A-4FA097323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BD664-010E-C943-47D5-787FCF0C87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C4E4C1-AC8F-D74E-8D15-CAC414F5A9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2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C4E4C1-AC8F-D74E-8D15-CAC414F5A92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58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71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85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07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04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263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26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95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20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09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91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057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274638"/>
            <a:ext cx="965200" cy="952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248650" y="274638"/>
            <a:ext cx="876300" cy="96728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228600" y="1465444"/>
            <a:ext cx="8705850" cy="107950"/>
          </a:xfrm>
          <a:prstGeom prst="rect">
            <a:avLst/>
          </a:prstGeom>
          <a:gradFill flip="none" rotWithShape="1">
            <a:gsLst>
              <a:gs pos="0">
                <a:srgbClr val="599BD1"/>
              </a:gs>
              <a:gs pos="100000">
                <a:srgbClr val="9BBB59"/>
              </a:gs>
              <a:gs pos="50000">
                <a:srgbClr val="E58B43"/>
              </a:gs>
              <a:gs pos="60000">
                <a:srgbClr val="FFC82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66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nda.io/docs/using/envs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virtualization?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Virtualization is the ‘abstraction’ of an environment, process, operating system, or hardware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endParaRPr lang="is-IS" dirty="0">
              <a:latin typeface="Calibri" charset="0"/>
            </a:endParaRP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Abstraction means to remove direct connections with the underlying infrastruction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endParaRPr lang="is-IS" dirty="0">
              <a:latin typeface="Calibri" charset="0"/>
            </a:endParaRP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The most common type of virtualization is hardware, e.g. </a:t>
            </a:r>
            <a:r>
              <a:rPr lang="en-US" dirty="0">
                <a:latin typeface="Calibri" charset="0"/>
              </a:rPr>
              <a:t>W</a:t>
            </a:r>
            <a:r>
              <a:rPr lang="is-IS" dirty="0">
                <a:latin typeface="Calibri" charset="0"/>
              </a:rPr>
              <a:t>ith Virtual Box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endParaRPr lang="is-IS" dirty="0">
              <a:latin typeface="Calibri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91388" y="1047254"/>
            <a:ext cx="2361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Fancy word alert!</a:t>
            </a:r>
          </a:p>
        </p:txBody>
      </p:sp>
    </p:spTree>
    <p:extLst>
      <p:ext uri="{BB962C8B-B14F-4D97-AF65-F5344CB8AC3E}">
        <p14:creationId xmlns:p14="http://schemas.microsoft.com/office/powerpoint/2010/main" val="71706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I want virtualization?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Reproducibility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Pre-packaged software ‘appliances’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Ease of redistrubality 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Allows you to share environment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For software users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For testing!</a:t>
            </a:r>
          </a:p>
        </p:txBody>
      </p:sp>
    </p:spTree>
    <p:extLst>
      <p:ext uri="{BB962C8B-B14F-4D97-AF65-F5344CB8AC3E}">
        <p14:creationId xmlns:p14="http://schemas.microsoft.com/office/powerpoint/2010/main" val="6926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un_dun_dun-Delsym-719755295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un_dun_dun-Delsym-719755295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un_dun_dun-Delsym-719755295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conda</a:t>
            </a:r>
            <a:r>
              <a:rPr lang="en-US" dirty="0">
                <a:latin typeface="+mn-lt"/>
                <a:ea typeface="Courier New" charset="0"/>
                <a:cs typeface="Courier New" charset="0"/>
              </a:rPr>
              <a:t> </a:t>
            </a:r>
            <a:r>
              <a:rPr lang="en-US" dirty="0">
                <a:highlight>
                  <a:srgbClr val="FFFF00"/>
                </a:highlight>
                <a:latin typeface="+mn-lt"/>
                <a:ea typeface="Courier New" charset="0"/>
                <a:cs typeface="Courier New" charset="0"/>
              </a:rPr>
              <a:t>(in theory)</a:t>
            </a:r>
            <a:endParaRPr lang="en-US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287" y="1631180"/>
            <a:ext cx="8695426" cy="515780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Virtual environments with </a:t>
            </a:r>
            <a:r>
              <a:rPr lang="en-US" dirty="0" err="1"/>
              <a:t>conda’s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environment.yml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conda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create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–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n &lt;name&gt; &lt;options&gt;</a:t>
            </a:r>
          </a:p>
          <a:p>
            <a:pPr lvl="1"/>
            <a:r>
              <a:rPr lang="en-US" dirty="0"/>
              <a:t>Where options are things like what python version to use</a:t>
            </a:r>
          </a:p>
          <a:p>
            <a:pPr lvl="2"/>
            <a:r>
              <a:rPr lang="en-US" dirty="0">
                <a:hlinkClick r:id="rId3"/>
              </a:rPr>
              <a:t>https://conda.io/docs/using/envs.html</a:t>
            </a:r>
            <a:endParaRPr lang="en-US" dirty="0"/>
          </a:p>
          <a:p>
            <a:pPr lvl="1"/>
            <a:r>
              <a:rPr lang="en-US" dirty="0"/>
              <a:t>Export environment:</a:t>
            </a:r>
          </a:p>
          <a:p>
            <a:pPr lvl="2"/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conda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env export --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nobuilds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&gt; 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environment.yml</a:t>
            </a:r>
            <a:endParaRPr lang="en-US" dirty="0"/>
          </a:p>
          <a:p>
            <a:pPr lvl="1"/>
            <a:r>
              <a:rPr lang="en-US" dirty="0"/>
              <a:t>Create an environment from an exported env:</a:t>
            </a:r>
          </a:p>
          <a:p>
            <a:pPr lvl="2"/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conda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env create -f 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environment.yml</a:t>
            </a:r>
            <a:endParaRPr lang="en-US" dirty="0"/>
          </a:p>
          <a:p>
            <a:pPr lvl="1"/>
            <a:r>
              <a:rPr lang="en-US" dirty="0"/>
              <a:t>List  environments: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conda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env list</a:t>
            </a:r>
            <a:endParaRPr lang="en-US" dirty="0"/>
          </a:p>
          <a:p>
            <a:pPr lvl="1"/>
            <a:r>
              <a:rPr lang="en-US" dirty="0"/>
              <a:t>Switch into environment: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conda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activate &lt;name&gt;</a:t>
            </a:r>
            <a:endParaRPr lang="en-US" dirty="0"/>
          </a:p>
          <a:p>
            <a:pPr lvl="1"/>
            <a:r>
              <a:rPr lang="en-US" dirty="0"/>
              <a:t>Use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conda</a:t>
            </a:r>
            <a:r>
              <a:rPr lang="en-US" dirty="0"/>
              <a:t> or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pip</a:t>
            </a:r>
            <a:r>
              <a:rPr lang="en-US" dirty="0"/>
              <a:t> to install packages</a:t>
            </a:r>
          </a:p>
          <a:p>
            <a:pPr lvl="2"/>
            <a:r>
              <a:rPr lang="en-US" dirty="0"/>
              <a:t>Warning about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</a:t>
            </a:r>
            <a:r>
              <a:rPr lang="en-US" dirty="0"/>
              <a:t> in </a:t>
            </a:r>
            <a:r>
              <a:rPr lang="en-US" dirty="0" err="1"/>
              <a:t>conda</a:t>
            </a:r>
            <a:r>
              <a:rPr lang="en-US" dirty="0"/>
              <a:t> environments!</a:t>
            </a:r>
          </a:p>
          <a:p>
            <a:pPr lvl="1"/>
            <a:r>
              <a:rPr lang="en-US" dirty="0"/>
              <a:t>Switch out with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conda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deactivate &lt;name&gt;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35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245AC-B97F-9278-BD6C-6AADF0666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BAA2-DA46-99DC-F68A-784B1A786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conda</a:t>
            </a:r>
            <a:r>
              <a:rPr lang="en-US" dirty="0">
                <a:latin typeface="+mn-lt"/>
                <a:ea typeface="Courier New" charset="0"/>
                <a:cs typeface="Courier New" charset="0"/>
              </a:rPr>
              <a:t> </a:t>
            </a:r>
            <a:r>
              <a:rPr lang="en-US" dirty="0">
                <a:highlight>
                  <a:srgbClr val="FFFF00"/>
                </a:highlight>
                <a:latin typeface="+mn-lt"/>
                <a:ea typeface="Courier New" charset="0"/>
                <a:cs typeface="Courier New" charset="0"/>
              </a:rPr>
              <a:t>(in practice)</a:t>
            </a:r>
            <a:endParaRPr lang="en-US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ABD4-065A-EC40-5E93-DD338F746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40" y="1631180"/>
            <a:ext cx="8695425" cy="522682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Virtual environments with </a:t>
            </a:r>
            <a:r>
              <a:rPr lang="en-US" dirty="0" err="1"/>
              <a:t>conda’s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environment.yml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Create an empty environment to start from, usually pinning only Python</a:t>
            </a:r>
          </a:p>
          <a:p>
            <a:pPr marL="914400" lvl="2" indent="0">
              <a:buNone/>
            </a:pP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conda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create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–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n &lt;name&gt; python=3.12</a:t>
            </a:r>
            <a:endParaRPr lang="en-US" dirty="0"/>
          </a:p>
          <a:p>
            <a:pPr lvl="1"/>
            <a:r>
              <a:rPr lang="en-US" dirty="0"/>
              <a:t>Export environment: 	</a:t>
            </a:r>
          </a:p>
          <a:p>
            <a:pPr marL="914400" lvl="2" indent="0">
              <a:buNone/>
            </a:pP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conda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env export --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nobuilds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&gt; 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environment.yml</a:t>
            </a:r>
            <a:endParaRPr lang="en-US" dirty="0"/>
          </a:p>
          <a:p>
            <a:pPr lvl="1"/>
            <a:r>
              <a:rPr lang="en-US" dirty="0"/>
              <a:t>Hand edit your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environment.yml</a:t>
            </a:r>
            <a:r>
              <a:rPr lang="en-US" dirty="0"/>
              <a:t> to add the core packages you need, 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/>
              <a:t>.  Let </a:t>
            </a:r>
            <a:r>
              <a:rPr lang="en-US" dirty="0" err="1"/>
              <a:t>conda</a:t>
            </a:r>
            <a:r>
              <a:rPr lang="en-US" dirty="0"/>
              <a:t> figure out all the dependencies</a:t>
            </a:r>
          </a:p>
          <a:p>
            <a:pPr lvl="1"/>
            <a:r>
              <a:rPr lang="en-US" dirty="0"/>
              <a:t>Create an environment from an exported env:</a:t>
            </a:r>
          </a:p>
          <a:p>
            <a:pPr marL="914400" lvl="2" indent="0">
              <a:buNone/>
            </a:pP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conda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env create -f 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environment.yml</a:t>
            </a:r>
            <a:endParaRPr lang="en-US" dirty="0"/>
          </a:p>
          <a:p>
            <a:pPr lvl="1"/>
            <a:r>
              <a:rPr lang="en-US" dirty="0"/>
              <a:t>Activate the environment:</a:t>
            </a:r>
          </a:p>
          <a:p>
            <a:pPr lvl="2"/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conda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activate &lt;name&gt;</a:t>
            </a:r>
            <a:endParaRPr lang="en-US" dirty="0"/>
          </a:p>
          <a:p>
            <a:pPr lvl="1"/>
            <a:r>
              <a:rPr lang="en-US" dirty="0"/>
              <a:t>Run your Python code and see if any packages missing, rinse, repeat</a:t>
            </a:r>
          </a:p>
          <a:p>
            <a:pPr marL="914400" lvl="2" indent="0">
              <a:buNone/>
            </a:pP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conda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env update -f 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environment.yml</a:t>
            </a:r>
            <a:endParaRPr lang="en-US" dirty="0"/>
          </a:p>
          <a:p>
            <a:pPr lvl="1"/>
            <a:r>
              <a:rPr lang="en-US" dirty="0">
                <a:highlight>
                  <a:srgbClr val="FFFF00"/>
                </a:highlight>
              </a:rPr>
              <a:t>Play time!  Create an 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environment.yml</a:t>
            </a:r>
            <a:r>
              <a:rPr lang="en-US" dirty="0">
                <a:highlight>
                  <a:srgbClr val="FFFF00"/>
                </a:highlight>
              </a:rPr>
              <a:t> for your project to prepare for the next part, testing!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To remove:</a:t>
            </a:r>
          </a:p>
          <a:p>
            <a:pPr lvl="2"/>
            <a:r>
              <a:rPr lang="en-US" dirty="0" err="1">
                <a:highlight>
                  <a:srgbClr val="FFFF00"/>
                </a:highlight>
                <a:latin typeface="Courier New" charset="0"/>
                <a:ea typeface="Courier New" charset="0"/>
                <a:cs typeface="Courier New" charset="0"/>
              </a:rPr>
              <a:t>conda</a:t>
            </a:r>
            <a:r>
              <a:rPr lang="en-US" dirty="0">
                <a:highlight>
                  <a:srgbClr val="FFFF00"/>
                </a:highlight>
                <a:latin typeface="Courier New" charset="0"/>
                <a:ea typeface="Courier New" charset="0"/>
                <a:cs typeface="Courier New" charset="0"/>
              </a:rPr>
              <a:t> remove –n &lt;</a:t>
            </a:r>
            <a:r>
              <a:rPr lang="en-US" dirty="0" err="1">
                <a:highlight>
                  <a:srgbClr val="FFFF00"/>
                </a:highlight>
                <a:latin typeface="Courier New" charset="0"/>
                <a:ea typeface="Courier New" charset="0"/>
                <a:cs typeface="Courier New" charset="0"/>
              </a:rPr>
              <a:t>env_name</a:t>
            </a:r>
            <a:r>
              <a:rPr lang="en-US">
                <a:highlight>
                  <a:srgbClr val="FFFF00"/>
                </a:highlight>
                <a:latin typeface="Courier New" charset="0"/>
                <a:ea typeface="Courier New" charset="0"/>
                <a:cs typeface="Courier New" charset="0"/>
              </a:rPr>
              <a:t>&gt; --all</a:t>
            </a:r>
            <a:endParaRPr lang="en-US" dirty="0">
              <a:highlight>
                <a:srgbClr val="FFFF00"/>
              </a:highlight>
            </a:endParaRPr>
          </a:p>
          <a:p>
            <a:pPr lvl="2"/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92982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pip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31180"/>
            <a:ext cx="8686801" cy="4811661"/>
          </a:xfrm>
        </p:spPr>
        <p:txBody>
          <a:bodyPr>
            <a:normAutofit fontScale="92500"/>
          </a:bodyPr>
          <a:lstStyle/>
          <a:p>
            <a:r>
              <a:rPr lang="en-US" dirty="0"/>
              <a:t>Python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requirements.txt</a:t>
            </a:r>
            <a:r>
              <a:rPr lang="en-US" dirty="0"/>
              <a:t> files</a:t>
            </a:r>
          </a:p>
          <a:p>
            <a:pPr lvl="1"/>
            <a:r>
              <a:rPr lang="en-US" dirty="0"/>
              <a:t>Similar to </a:t>
            </a:r>
            <a:r>
              <a:rPr lang="en-US" dirty="0" err="1"/>
              <a:t>conda’s</a:t>
            </a:r>
            <a:r>
              <a:rPr lang="en-US" dirty="0"/>
              <a:t>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environment.yml</a:t>
            </a:r>
            <a:r>
              <a:rPr lang="en-US" dirty="0"/>
              <a:t>, but only have pip installed components</a:t>
            </a:r>
          </a:p>
          <a:p>
            <a:pPr lvl="1"/>
            <a:r>
              <a:rPr lang="en-US" dirty="0"/>
              <a:t>The pip tool can be used to generate these:</a:t>
            </a:r>
          </a:p>
          <a:p>
            <a:pPr marL="457200" lvl="1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	pip freeze &gt;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requirements.txt</a:t>
            </a:r>
            <a:endParaRPr lang="en-US" dirty="0">
              <a:latin typeface="Courier New" charset="0"/>
              <a:ea typeface="Courier New" charset="0"/>
              <a:cs typeface="Courier New" charset="0"/>
            </a:endParaRPr>
          </a:p>
          <a:p>
            <a:pPr lvl="1"/>
            <a:r>
              <a:rPr lang="en-US" dirty="0"/>
              <a:t>You can feed this to </a:t>
            </a:r>
            <a:r>
              <a:rPr lang="en-US" dirty="0" err="1"/>
              <a:t>travis</a:t>
            </a:r>
            <a:r>
              <a:rPr lang="en-US" dirty="0"/>
              <a:t> CI or use it to repopulate an environment, e.g.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pip install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–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r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requirements.txt</a:t>
            </a:r>
            <a:endParaRPr lang="en-US" dirty="0"/>
          </a:p>
          <a:p>
            <a:pPr lvl="1"/>
            <a:r>
              <a:rPr lang="en-US" dirty="0"/>
              <a:t>Play time!  Each team create and </a:t>
            </a:r>
            <a:r>
              <a:rPr lang="en-US" dirty="0" err="1"/>
              <a:t>gitify</a:t>
            </a:r>
            <a:r>
              <a:rPr lang="en-US" dirty="0"/>
              <a:t> your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requirements.txt</a:t>
            </a:r>
            <a:r>
              <a:rPr lang="en-US" dirty="0"/>
              <a:t>.  Where does it go in your repo?</a:t>
            </a:r>
          </a:p>
        </p:txBody>
      </p:sp>
    </p:spTree>
    <p:extLst>
      <p:ext uri="{BB962C8B-B14F-4D97-AF65-F5344CB8AC3E}">
        <p14:creationId xmlns:p14="http://schemas.microsoft.com/office/powerpoint/2010/main" val="1612800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14752</TotalTime>
  <Words>432</Words>
  <Application>Microsoft Macintosh PowerPoint</Application>
  <PresentationFormat>On-screen Show (4:3)</PresentationFormat>
  <Paragraphs>55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Courier New</vt:lpstr>
      <vt:lpstr>Office Theme</vt:lpstr>
      <vt:lpstr>What is virtualization?</vt:lpstr>
      <vt:lpstr>What do I want virtualization?</vt:lpstr>
      <vt:lpstr>conda (in theory)</vt:lpstr>
      <vt:lpstr>conda (in practice)</vt:lpstr>
      <vt:lpstr>pip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Beck</dc:creator>
  <cp:lastModifiedBy>Bryna Hazelton</cp:lastModifiedBy>
  <cp:revision>563</cp:revision>
  <dcterms:created xsi:type="dcterms:W3CDTF">2015-01-21T04:58:27Z</dcterms:created>
  <dcterms:modified xsi:type="dcterms:W3CDTF">2025-11-25T19:53:23Z</dcterms:modified>
</cp:coreProperties>
</file>